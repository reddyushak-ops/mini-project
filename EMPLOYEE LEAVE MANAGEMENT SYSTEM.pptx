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1" d="100"/>
          <a:sy n="71" d="100"/>
        </p:scale>
        <p:origin x="30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2E46F-73F8-71EA-3602-42D773A0F6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457701-9057-4E40-257D-E65CFA9623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CB35A-8BA3-E3A8-3BBF-C58D234A8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43C29-9E48-40E2-8B83-8E43902D3D7D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37566-D9BF-3CE4-CB63-745EEBA28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8CC8F-92B0-4EB4-81E7-1882A9386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43592-8453-4EEE-8625-BF3E9FEBB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129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4CDDA-55A6-F7CC-24CD-C1D320941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56726-6E71-F3F9-7766-4256E7175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5D215-76CA-03E7-A959-D29EBA10D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43C29-9E48-40E2-8B83-8E43902D3D7D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CDDFF-D209-CCE5-7917-9E3D952FF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FABA34-722A-0173-CC70-89D48B6A7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43592-8453-4EEE-8625-BF3E9FEBB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871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5DAFC-36BB-7005-0C70-4359BE41F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B29807-760C-8F35-6094-3F53A7E44D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0ED6F0-1169-EC98-4582-54F3C5BAB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43C29-9E48-40E2-8B83-8E43902D3D7D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C57C4-0A2E-A55C-4B37-57BBCAFC0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7D165-0653-A0E8-5A84-0428B2736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43592-8453-4EEE-8625-BF3E9FEBB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187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89204-E31A-4BAE-E558-78BA58DC3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45322-31E3-F88D-CBDD-93DDCBDB97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048CEE-7BBB-13D9-3C52-E46418FD1B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6BD6C8-5BD3-5CAA-C0AE-40D38948F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43C29-9E48-40E2-8B83-8E43902D3D7D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E1EB26-80BD-D833-4922-5B1647BE6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A65927-E3A5-32AF-3F1D-A5B1BC342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43592-8453-4EEE-8625-BF3E9FEBB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683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3F9F5-5118-26ED-98E8-0CAD2F39B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EFE961-457B-E763-EBCE-58D3E96A5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4181C1-2886-BFA7-DA7C-CD93D5EAB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9BAC4B-6ACE-E640-D767-0F084E34B0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94FD6D-3225-B25B-6086-ADBBA3B22D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582E08-5F01-649E-9D4C-E4A2E2F42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43C29-9E48-40E2-8B83-8E43902D3D7D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747057-D7D3-5BD9-A477-28CFF4223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54A3BB-BC38-3E26-632B-627590CB7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43592-8453-4EEE-8625-BF3E9FEBB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976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4ED93-6AA2-5185-CF22-53E90365B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3257F5-2D46-B5FF-CDE6-AF781F804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43C29-9E48-40E2-8B83-8E43902D3D7D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507D43-C59A-3084-3887-788AFF63A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42AA75-33AC-CFE8-9904-CDFA36901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43592-8453-4EEE-8625-BF3E9FEBB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28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BD9CB8-461D-F5F6-CAB4-B6F9A7A4F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43C29-9E48-40E2-8B83-8E43902D3D7D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9A8844-289F-F139-18B1-C4ADD8D3E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F7D964-2722-A698-420B-78191A3F5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43592-8453-4EEE-8625-BF3E9FEBB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295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87EC5-5A08-F19D-C01E-DDB7B0772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5CFA4-EB1D-60D2-3405-F9F21B2638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C555ED-636D-0D40-6D73-738525BD15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31BA95-4F79-E284-21AD-A79293E5C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43C29-9E48-40E2-8B83-8E43902D3D7D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7724C8-936B-3D74-9590-A5952832B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D78476-55FD-E68F-3B37-0924EA022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43592-8453-4EEE-8625-BF3E9FEBB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339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3CB71-A327-63F2-77F0-1DE3BD479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5D5760-3F5D-E189-E26B-3E21D08855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5090C9-A332-3731-A8C5-83FD6C3D41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64C786-4F4B-E1D8-CB17-69AB9F3E4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43C29-9E48-40E2-8B83-8E43902D3D7D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080797-B462-3E55-1E09-75072E988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91D40F-7647-2C05-21E2-C2087C76F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43592-8453-4EEE-8625-BF3E9FEBB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881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C9760-BE93-352F-B640-9082255C9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D3E008-6E32-B9F8-6574-0BBD2C93E4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BB1AF-3062-5A02-DEAE-FE8EF91FE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43C29-9E48-40E2-8B83-8E43902D3D7D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57BF6-AF2B-6678-2C55-824F652ED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5D025A-ECF2-8D02-155C-0575566BE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43592-8453-4EEE-8625-BF3E9FEBB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091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67A343-1955-CDBF-F4AC-6AA03ED0F2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0A6074-351F-7701-DB92-37092D510B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96B85C-7D27-D322-95FD-F8CB7160E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43C29-9E48-40E2-8B83-8E43902D3D7D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46820-02A0-92BB-C690-6EC2B1EC9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44350-0EFF-E9C9-7DEF-779AD7235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43592-8453-4EEE-8625-BF3E9FEBB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198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C9782A-4B27-B9A1-C652-3ECF1F5AE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929556-620E-2156-A7C3-8D7A09810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9B43EF-8900-949C-2A80-A3D983654F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D43C29-9E48-40E2-8B83-8E43902D3D7D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7D160-B2FF-8D51-EE89-01505C66D9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9CE60-1557-B7B0-A155-09F6683F66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143592-8453-4EEE-8625-BF3E9FEBB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593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0F32C-676C-4E82-0FF9-3EF31E2B45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70"/>
            <a:ext cx="9144000" cy="2387600"/>
          </a:xfrm>
        </p:spPr>
        <p:txBody>
          <a:bodyPr/>
          <a:lstStyle/>
          <a:p>
            <a:r>
              <a:rPr lang="en-US" dirty="0">
                <a:solidFill>
                  <a:schemeClr val="accent4"/>
                </a:solidFill>
              </a:rPr>
              <a:t>EMPLOYEE LEAVE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89F932-1EF7-82A2-3452-7A9729DCDC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7675" y="2836494"/>
            <a:ext cx="9144000" cy="1655762"/>
          </a:xfrm>
        </p:spPr>
        <p:txBody>
          <a:bodyPr>
            <a:noAutofit/>
          </a:bodyPr>
          <a:lstStyle/>
          <a:p>
            <a:r>
              <a:rPr lang="en-US" b="1" dirty="0"/>
              <a:t>Mini Project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Submitted By:</a:t>
            </a:r>
            <a:br>
              <a:rPr lang="en-US" dirty="0"/>
            </a:br>
            <a:r>
              <a:rPr lang="en-US" dirty="0"/>
              <a:t>K. Reddy Usha</a:t>
            </a:r>
            <a:br>
              <a:rPr lang="en-US" dirty="0"/>
            </a:br>
            <a:r>
              <a:rPr lang="en-US" dirty="0"/>
              <a:t>Roll No: 23AK1A3630</a:t>
            </a:r>
            <a:br>
              <a:rPr lang="en-US" dirty="0"/>
            </a:br>
            <a:br>
              <a:rPr lang="en-US" dirty="0"/>
            </a:br>
            <a:r>
              <a:rPr lang="en-US" dirty="0"/>
              <a:t>Department of CSE (CIC)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Annamacharya</a:t>
            </a:r>
            <a:r>
              <a:rPr lang="en-US" dirty="0"/>
              <a:t> Institute of Technology and Sciences</a:t>
            </a:r>
          </a:p>
        </p:txBody>
      </p:sp>
    </p:spTree>
    <p:extLst>
      <p:ext uri="{BB962C8B-B14F-4D97-AF65-F5344CB8AC3E}">
        <p14:creationId xmlns:p14="http://schemas.microsoft.com/office/powerpoint/2010/main" val="3413878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E9EC0F-D612-8D6B-5CDA-E648AB3CC310}"/>
              </a:ext>
            </a:extLst>
          </p:cNvPr>
          <p:cNvSpPr txBox="1"/>
          <p:nvPr/>
        </p:nvSpPr>
        <p:spPr>
          <a:xfrm>
            <a:off x="4790322" y="402606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accent5"/>
                </a:solidFill>
              </a:rPr>
              <a:t>Introduction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46CED3-DF95-D823-7CC8-2EE94971EA6B}"/>
              </a:ext>
            </a:extLst>
          </p:cNvPr>
          <p:cNvSpPr txBox="1"/>
          <p:nvPr/>
        </p:nvSpPr>
        <p:spPr>
          <a:xfrm>
            <a:off x="2466752" y="1467293"/>
            <a:ext cx="787872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Employee Leave Management System</a:t>
            </a:r>
            <a:r>
              <a:rPr lang="en-US" sz="2400" dirty="0"/>
              <a:t> is a web-based application developed to simplify the process of managing employee leave requests. In many organizations</a:t>
            </a:r>
            <a:r>
              <a:rPr lang="en-US" sz="2400"/>
              <a:t>, leave </a:t>
            </a:r>
            <a:r>
              <a:rPr lang="en-US" sz="2400" dirty="0"/>
              <a:t>management is handled manually, which can lead to errors, delays, and difficulty in maintaining records. This system provides a digital platform where employees can apply for leave, view their leave status, and manage leave records efficiently.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The system helps organizations reduce paperwork, improve accuracy, and save time. It also enables better communication between employees and administrators regarding leave approvals and tracking.</a:t>
            </a:r>
          </a:p>
        </p:txBody>
      </p:sp>
    </p:spTree>
    <p:extLst>
      <p:ext uri="{BB962C8B-B14F-4D97-AF65-F5344CB8AC3E}">
        <p14:creationId xmlns:p14="http://schemas.microsoft.com/office/powerpoint/2010/main" val="677345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AE2C50-E4A0-2DB9-7A62-39AB9C67C3C8}"/>
              </a:ext>
            </a:extLst>
          </p:cNvPr>
          <p:cNvSpPr txBox="1"/>
          <p:nvPr/>
        </p:nvSpPr>
        <p:spPr>
          <a:xfrm>
            <a:off x="3576084" y="592574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accent5"/>
                </a:solidFill>
              </a:rPr>
              <a:t>Problem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1526D6-8B9B-4736-AB55-00C4F1EB0140}"/>
              </a:ext>
            </a:extLst>
          </p:cNvPr>
          <p:cNvSpPr txBox="1"/>
          <p:nvPr/>
        </p:nvSpPr>
        <p:spPr>
          <a:xfrm>
            <a:off x="2349796" y="1741111"/>
            <a:ext cx="854857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In traditional organizations, leave applications are often submitted manually through paper forms or emails. This process creates several challenges:</a:t>
            </a:r>
          </a:p>
          <a:p>
            <a:pPr>
              <a:buNone/>
            </a:pPr>
            <a:r>
              <a:rPr lang="en-US" sz="2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 Difficulty in maintaining employee leave records.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 Delays in leave approval process.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 Increased paperwork and administrative burden.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 Risk of losing important documents.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 Lack of transparency in leave tracking.</a:t>
            </a:r>
          </a:p>
          <a:p>
            <a:r>
              <a:rPr lang="en-US" sz="2400" dirty="0"/>
              <a:t> </a:t>
            </a:r>
          </a:p>
          <a:p>
            <a:pPr>
              <a:buNone/>
            </a:pPr>
            <a:r>
              <a:rPr lang="en-US" sz="2400" dirty="0"/>
              <a:t>To overcome these issues, an automated Employee Leave Management System is required.</a:t>
            </a:r>
          </a:p>
        </p:txBody>
      </p:sp>
    </p:spTree>
    <p:extLst>
      <p:ext uri="{BB962C8B-B14F-4D97-AF65-F5344CB8AC3E}">
        <p14:creationId xmlns:p14="http://schemas.microsoft.com/office/powerpoint/2010/main" val="704354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2889E7-C2EA-0819-917D-6E11404D5F28}"/>
              </a:ext>
            </a:extLst>
          </p:cNvPr>
          <p:cNvSpPr txBox="1"/>
          <p:nvPr/>
        </p:nvSpPr>
        <p:spPr>
          <a:xfrm>
            <a:off x="4529469" y="334556"/>
            <a:ext cx="64922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accent5"/>
                </a:solidFill>
              </a:rPr>
              <a:t>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727F78-DE81-56BF-5921-A2EB7577A000}"/>
              </a:ext>
            </a:extLst>
          </p:cNvPr>
          <p:cNvSpPr txBox="1"/>
          <p:nvPr/>
        </p:nvSpPr>
        <p:spPr>
          <a:xfrm>
            <a:off x="2044995" y="1637415"/>
            <a:ext cx="810200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The main objectives of the Employee Leave Management System are:</a:t>
            </a:r>
          </a:p>
          <a:p>
            <a:pPr>
              <a:buNone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 To provide an easy platform for employees to submit leave requests.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 To maintain employee leave records electronically.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 To reduce manual paperwork and administrative effort.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 To improve accuracy and efficiency in leave management.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 To provide quick access to leave history and status.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 To support better decision-making through organized records.</a:t>
            </a:r>
          </a:p>
        </p:txBody>
      </p:sp>
    </p:spTree>
    <p:extLst>
      <p:ext uri="{BB962C8B-B14F-4D97-AF65-F5344CB8AC3E}">
        <p14:creationId xmlns:p14="http://schemas.microsoft.com/office/powerpoint/2010/main" val="785276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0E0B08-5DCD-EFF3-DD21-4043E68096E5}"/>
              </a:ext>
            </a:extLst>
          </p:cNvPr>
          <p:cNvSpPr txBox="1"/>
          <p:nvPr/>
        </p:nvSpPr>
        <p:spPr>
          <a:xfrm>
            <a:off x="3675321" y="466401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accent5"/>
                </a:solidFill>
              </a:rPr>
              <a:t>System Requirements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43B656-50FE-7E1D-EE11-63B602004B22}"/>
              </a:ext>
            </a:extLst>
          </p:cNvPr>
          <p:cNvSpPr txBox="1"/>
          <p:nvPr/>
        </p:nvSpPr>
        <p:spPr>
          <a:xfrm>
            <a:off x="4125432" y="1733107"/>
            <a:ext cx="6953693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Hardware Requirements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 Computer/Laptop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 Minimum 4GB RAM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 Internet Connection </a:t>
            </a:r>
          </a:p>
          <a:p>
            <a:pPr>
              <a:buNone/>
            </a:pPr>
            <a:r>
              <a:rPr lang="en-US" sz="2400" b="1" dirty="0"/>
              <a:t>Software Requirements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 Python 3.x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 Flask Framework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 HTML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 CSS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 GitHub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 Web Browser (Chrome, Edge, Firefox)</a:t>
            </a:r>
          </a:p>
        </p:txBody>
      </p:sp>
    </p:spTree>
    <p:extLst>
      <p:ext uri="{BB962C8B-B14F-4D97-AF65-F5344CB8AC3E}">
        <p14:creationId xmlns:p14="http://schemas.microsoft.com/office/powerpoint/2010/main" val="2400791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369840-22B2-204A-A9C5-213B18EAA52B}"/>
              </a:ext>
            </a:extLst>
          </p:cNvPr>
          <p:cNvSpPr txBox="1"/>
          <p:nvPr/>
        </p:nvSpPr>
        <p:spPr>
          <a:xfrm>
            <a:off x="3668942" y="406420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accent5"/>
                </a:solidFill>
              </a:rPr>
              <a:t>System 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E0B70A-3889-4737-916A-07FA577BC1D6}"/>
              </a:ext>
            </a:extLst>
          </p:cNvPr>
          <p:cNvSpPr txBox="1"/>
          <p:nvPr/>
        </p:nvSpPr>
        <p:spPr>
          <a:xfrm>
            <a:off x="4462130" y="1426214"/>
            <a:ext cx="490728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Employee</a:t>
            </a:r>
          </a:p>
          <a:p>
            <a:r>
              <a:rPr lang="en-US" sz="2800" dirty="0"/>
              <a:t>        ↓</a:t>
            </a:r>
          </a:p>
          <a:p>
            <a:r>
              <a:rPr lang="en-US" sz="2800" dirty="0"/>
              <a:t>Leave Request Form</a:t>
            </a:r>
          </a:p>
          <a:p>
            <a:r>
              <a:rPr lang="en-US" sz="2800" dirty="0"/>
              <a:t>        ↓</a:t>
            </a:r>
          </a:p>
          <a:p>
            <a:r>
              <a:rPr lang="en-US" sz="2800" dirty="0"/>
              <a:t>Flask Application</a:t>
            </a:r>
          </a:p>
          <a:p>
            <a:r>
              <a:rPr lang="en-US" sz="2800" dirty="0"/>
              <a:t>        ↓</a:t>
            </a:r>
          </a:p>
          <a:p>
            <a:r>
              <a:rPr lang="en-US" sz="2800" dirty="0"/>
              <a:t>Leave Database/Records</a:t>
            </a:r>
          </a:p>
          <a:p>
            <a:r>
              <a:rPr lang="en-US" sz="2800" dirty="0"/>
              <a:t>        ↓</a:t>
            </a:r>
          </a:p>
          <a:p>
            <a:r>
              <a:rPr lang="en-US" sz="2800" dirty="0"/>
              <a:t>Admin Approval</a:t>
            </a:r>
          </a:p>
          <a:p>
            <a:r>
              <a:rPr lang="en-US" sz="2800" dirty="0"/>
              <a:t>        ↓</a:t>
            </a:r>
          </a:p>
          <a:p>
            <a:r>
              <a:rPr lang="en-US" sz="2800" dirty="0"/>
              <a:t>Leave Status Display</a:t>
            </a:r>
          </a:p>
        </p:txBody>
      </p:sp>
    </p:spTree>
    <p:extLst>
      <p:ext uri="{BB962C8B-B14F-4D97-AF65-F5344CB8AC3E}">
        <p14:creationId xmlns:p14="http://schemas.microsoft.com/office/powerpoint/2010/main" val="2807777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C06B26-0635-643A-8ACD-4DC771574637}"/>
              </a:ext>
            </a:extLst>
          </p:cNvPr>
          <p:cNvSpPr txBox="1"/>
          <p:nvPr/>
        </p:nvSpPr>
        <p:spPr>
          <a:xfrm>
            <a:off x="4977205" y="291359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accent5"/>
                </a:solidFill>
              </a:rPr>
              <a:t>Modules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9C3E2-BD22-765E-3EF2-10B91821E2F3}"/>
              </a:ext>
            </a:extLst>
          </p:cNvPr>
          <p:cNvSpPr txBox="1"/>
          <p:nvPr/>
        </p:nvSpPr>
        <p:spPr>
          <a:xfrm>
            <a:off x="4801497" y="1391403"/>
            <a:ext cx="60960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sz="2000" b="1" dirty="0"/>
              <a:t>Employee Module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  Submit leave requests.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  View leave history.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  Check leave status. </a:t>
            </a:r>
          </a:p>
          <a:p>
            <a:pPr>
              <a:buNone/>
            </a:pPr>
            <a:r>
              <a:rPr lang="en-US" sz="2000" b="1" dirty="0"/>
              <a:t>2. Leave Management Module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  Store leave details.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  Maintain leave records.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  Generate leave information. </a:t>
            </a:r>
          </a:p>
          <a:p>
            <a:pPr>
              <a:buNone/>
            </a:pPr>
            <a:r>
              <a:rPr lang="en-US" sz="2000" b="1" dirty="0"/>
              <a:t>3. Admin Module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  Review leave requests.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  Approve or reject leave applications.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  Manage employee records. </a:t>
            </a:r>
          </a:p>
          <a:p>
            <a:pPr>
              <a:buNone/>
            </a:pPr>
            <a:r>
              <a:rPr lang="en-US" sz="2000" b="1" dirty="0"/>
              <a:t>4. Report Module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  View leave statistics.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  Track employee leave usage. </a:t>
            </a:r>
          </a:p>
        </p:txBody>
      </p:sp>
    </p:spTree>
    <p:extLst>
      <p:ext uri="{BB962C8B-B14F-4D97-AF65-F5344CB8AC3E}">
        <p14:creationId xmlns:p14="http://schemas.microsoft.com/office/powerpoint/2010/main" val="378646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9C54DF-284E-9AB2-27A1-91EB79FC58E0}"/>
              </a:ext>
            </a:extLst>
          </p:cNvPr>
          <p:cNvSpPr txBox="1"/>
          <p:nvPr/>
        </p:nvSpPr>
        <p:spPr>
          <a:xfrm>
            <a:off x="4448287" y="235778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accent5"/>
                </a:solidFill>
              </a:rPr>
              <a:t>Implementation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8B03BB-BAEE-7AB6-EAED-0731387EA3B2}"/>
              </a:ext>
            </a:extLst>
          </p:cNvPr>
          <p:cNvSpPr txBox="1"/>
          <p:nvPr/>
        </p:nvSpPr>
        <p:spPr>
          <a:xfrm>
            <a:off x="4790739" y="1166842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Technologies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Python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Flask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HTML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GitHub </a:t>
            </a:r>
          </a:p>
          <a:p>
            <a:pPr>
              <a:buNone/>
            </a:pPr>
            <a:r>
              <a:rPr lang="en-US" sz="2400" b="1" dirty="0"/>
              <a:t>Development Process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Requirement Analysis 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System Design 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Coding 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Testing 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Deploymen</a:t>
            </a:r>
            <a:r>
              <a:rPr lang="en-US" dirty="0"/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1169362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9C1DEE-A8A2-4DEF-1A0D-7D3F675DA350}"/>
              </a:ext>
            </a:extLst>
          </p:cNvPr>
          <p:cNvSpPr txBox="1"/>
          <p:nvPr/>
        </p:nvSpPr>
        <p:spPr>
          <a:xfrm>
            <a:off x="4776395" y="459896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accent5"/>
                </a:solidFill>
              </a:rPr>
              <a:t>Advantages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9871A-1574-8685-65F7-0AB2C6D27B89}"/>
              </a:ext>
            </a:extLst>
          </p:cNvPr>
          <p:cNvSpPr txBox="1"/>
          <p:nvPr/>
        </p:nvSpPr>
        <p:spPr>
          <a:xfrm>
            <a:off x="3682701" y="1710041"/>
            <a:ext cx="60960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  <a:r>
              <a:rPr lang="en-US" sz="2800" dirty="0"/>
              <a:t>1</a:t>
            </a:r>
            <a:r>
              <a:rPr lang="en-US" dirty="0"/>
              <a:t>. </a:t>
            </a:r>
            <a:r>
              <a:rPr lang="en-US" sz="2800" dirty="0"/>
              <a:t>Easy leave application process.</a:t>
            </a:r>
          </a:p>
          <a:p>
            <a:r>
              <a:rPr lang="en-US" sz="2800" dirty="0"/>
              <a:t> 2. Reduced paperwork.</a:t>
            </a:r>
          </a:p>
          <a:p>
            <a:r>
              <a:rPr lang="en-US" sz="2800" dirty="0"/>
              <a:t> 3. Improved accuracy.</a:t>
            </a:r>
          </a:p>
          <a:p>
            <a:r>
              <a:rPr lang="en-US" sz="2800" dirty="0"/>
              <a:t> 4. Fast leave approval workflow.</a:t>
            </a:r>
          </a:p>
          <a:p>
            <a:r>
              <a:rPr lang="en-US" sz="2800" dirty="0"/>
              <a:t> 5. Better record management.</a:t>
            </a:r>
          </a:p>
          <a:p>
            <a:r>
              <a:rPr lang="en-US" sz="2800" dirty="0"/>
              <a:t> 6. User-friendly interface. </a:t>
            </a:r>
          </a:p>
          <a:p>
            <a:r>
              <a:rPr lang="en-US" sz="2800" dirty="0"/>
              <a:t> 7. Time-saving solution.</a:t>
            </a:r>
          </a:p>
        </p:txBody>
      </p:sp>
    </p:spTree>
    <p:extLst>
      <p:ext uri="{BB962C8B-B14F-4D97-AF65-F5344CB8AC3E}">
        <p14:creationId xmlns:p14="http://schemas.microsoft.com/office/powerpoint/2010/main" val="691021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A4F284-457C-9F92-530D-46BC367F6AFF}"/>
              </a:ext>
            </a:extLst>
          </p:cNvPr>
          <p:cNvSpPr txBox="1"/>
          <p:nvPr/>
        </p:nvSpPr>
        <p:spPr>
          <a:xfrm>
            <a:off x="4830183" y="481412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accent5"/>
                </a:solidFill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AD1D97-D32D-B819-8652-9C42577F2D42}"/>
              </a:ext>
            </a:extLst>
          </p:cNvPr>
          <p:cNvSpPr txBox="1"/>
          <p:nvPr/>
        </p:nvSpPr>
        <p:spPr>
          <a:xfrm>
            <a:off x="3048000" y="255183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41067F-5809-7094-D26B-F2C422D82FC9}"/>
              </a:ext>
            </a:extLst>
          </p:cNvPr>
          <p:cNvSpPr txBox="1"/>
          <p:nvPr/>
        </p:nvSpPr>
        <p:spPr>
          <a:xfrm>
            <a:off x="2883049" y="1742739"/>
            <a:ext cx="714038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The Employee Leave Management System provides an efficient and reliable solution for managing employee leave requests. It reduces manual effort, improves record maintenance, and enhances organizational productivity. The system offers a simple and effective platform for employees and administrators to manage leave information digitally</a:t>
            </a:r>
          </a:p>
        </p:txBody>
      </p:sp>
    </p:spTree>
    <p:extLst>
      <p:ext uri="{BB962C8B-B14F-4D97-AF65-F5344CB8AC3E}">
        <p14:creationId xmlns:p14="http://schemas.microsoft.com/office/powerpoint/2010/main" val="1668339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2D2DA7-D225-886C-3A1C-11E772D515FB}"/>
              </a:ext>
            </a:extLst>
          </p:cNvPr>
          <p:cNvSpPr txBox="1"/>
          <p:nvPr/>
        </p:nvSpPr>
        <p:spPr>
          <a:xfrm>
            <a:off x="4575586" y="2710356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chemeClr val="accent5"/>
                </a:solidFill>
              </a:rPr>
              <a:t>THANK YOU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00255B-44A9-4480-A9AE-2C8E5D51FE85}"/>
              </a:ext>
            </a:extLst>
          </p:cNvPr>
          <p:cNvSpPr txBox="1"/>
          <p:nvPr/>
        </p:nvSpPr>
        <p:spPr>
          <a:xfrm>
            <a:off x="3048000" y="109849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39789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542</Words>
  <Application>Microsoft Office PowerPoint</Application>
  <PresentationFormat>Widescreen</PresentationFormat>
  <Paragraphs>90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EMPLOYEE LEAVE MANAGEMENT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Pavani Kampalli</dc:creator>
  <cp:lastModifiedBy>Pavani Kampalli</cp:lastModifiedBy>
  <cp:revision>2</cp:revision>
  <dcterms:created xsi:type="dcterms:W3CDTF">2026-06-17T14:23:23Z</dcterms:created>
  <dcterms:modified xsi:type="dcterms:W3CDTF">2026-06-18T14:17:22Z</dcterms:modified>
</cp:coreProperties>
</file>